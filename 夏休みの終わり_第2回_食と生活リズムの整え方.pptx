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開始のあいさつ。今日は第2回。前回は「食事の考え方」、今回はそれを2学期に向けた一日の流れに落とし込みます。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自己紹介は1〜2分で。初参加の方に向けて、どんな立場で話しているかだけ伝われば十分。
右のカードは当日の内容に差し替えて使う。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ゴールと流れを一緒に見せる。ワークが後半にあることをここで予告しておくと、聞き方が変わる。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前回の内容を3点だけ短く復習。3分程度で。
「12種類の食材と2種類のたんぱく質」は前回のキーワードなので、覚えている方に手を挙げてもらうと場が温まる。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大人側にもチェックがあることが今回のポイント。親が疲れていると、子どもの生活リズムは戻せない。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「秋バテ」という言葉を知らない方が多いので、ここで丁寧に。
2学期に崩れるのは9月の問題ではなく、8月にたまった疲れが原因、という因果をつなげる。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3つのうちどれが当てはまりそうか、チャットで聞いてもいい。
次のスライドで「胃腸疲れ」を掘り下げるので、2番につなげる言い方をしておく。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腸脳相関の話。断定しすぎないこと。
「腸のセロトニンがそのまま脳に届く」という言い方は正確ではないので避ける。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「気合が足りない」ではなく、自律神経の切り替えの問題として説明する。
ここが朝・昼・夜の3章につながる導入になる。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今日の中心メッセージ。ここは時間をかけてゆっくり話す。
「夜は結果、朝が原因」という言い方を繰り返す。この後の3章すべてがここに戻る。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ここから15分。朝パート。「一日は朝で決まる」を宣言してから入る。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「朝ごはん＝きちんとした食卓」の思い込みを外す。
レベル1でも意味がある（内臓の時計が動く）ことを伝えると、親の気持ちが軽くなる。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前回資料ではビタミンB1と書かれていたが、トリプトファンからセロトニンをつくるのを助けるのはビタミンB6。
「覚えなくていいので、バナナ＋牛乳、ごはん＋納豆だけ覚えて帰ってください」と締める。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いちばん実践しやすいスライド。ここは具体名をどんどん出す。
「調理しない」ことがポイント。買っておけば、朝は手を動かすだけで済む。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ここから13分。昼パート。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図はイメージであることを口頭でも言う。キーワードは「単品にしない」。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カフェインは子どもにも当てはまることを強調。エナジードリンクは中高生で要注意。
糖質は「減らす」より「単品にしない」で伝える。血糖の波のスライドとつながる。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第1回の「足し算」の考え方がここに戻ってくる。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重い話が続いたあとの、軽くなるスライド。
「ながら食べ」は夏休みに増えがちなので、そこに触れると刺さる。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「なぜ90分前か」を体温の話で説明すると納得感が出る。
熱いお湯が好きな家庭は多いので、38〜39度という具体的な数字を出す。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大人の6〜7時間半をそのまま子どもに当てはめている家庭が多い。ここを分けて伝えるのが今回の追加ポイント。
逆算表を見せると「うちは無理」という声が出るので、まずは15分ずつ、と受け止める。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スライド10で話した「朝が原因」に戻る。ここで一貫性を出す。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5つを一気に見せて、次の2枚で中身に入る。全部やらなくていいことを先に言っておく。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3つ全部やろうとすると続かない。1つ選ばせる言い方をする。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消化時間は、夕食が遅くなった日の選び方に直結する実用的な話。
アイスクリームが3時間以上かかるのは意外に思われるので、そこを拾うと反応がいい。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旬のものは価格が下がるので、家計の話としても伝わる。
「冷たいそうめんから、温かい根菜へ」という切り替えのイメージを持ってもらう。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献立の相談として使えるスライド。「今週これを1つ買ってみる」という宿題にしてもいい。
薬ではないので「効く」と断定せず、「おすすめ」の表現にとどめる。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献立を考えるのではなく、買い物を変えるという話。ここがいちばんハードルが低い。
第1回の内容に戻す形で締めると、2回の講座がつながる。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始業日は自治体差があるので相対表現にしてある。参加者に自分の家の始業日を書いてもらう。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デリケートなパート。断定せず、選択肢を示す姿勢で。相談先を具体名で挙げることが一番の価値になる。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2024年版のまとめスライドを踏襲。やわらかく締める。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告知は最後にまとめて。話しすぎず、30秒から1分で。
白い枠のなかに、実際の日程・URL・QRコードなどを入れてください。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72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　髙落 まどか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937760" cy="3931920"/>
          </a:xfrm>
          <a:prstGeom prst="roundRect">
            <a:avLst>
              <a:gd name="adj" fmla="val 209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24231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髙落 まどか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3337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「夏休みごはん対策講座」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忙しい毎日でも続けられる、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おうちごはんの整え方をお伝えしています。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97880" y="15361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82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0848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0848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経歴・資格・お仕事のことなど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9077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054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この講座への想い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4564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4564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なぜこの講座をひらいているか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97880" y="42793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425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8280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8280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SNS・ブログ・お教室など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右側は当日のご紹介内容にあわせて書き換えてください。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 &amp; 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1907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性格ではなく、食事から見てみます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95344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3308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041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4443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5559552" cy="4315968"/>
          </a:xfrm>
          <a:prstGeom prst="roundRect">
            <a:avLst>
              <a:gd name="adj" fmla="val 1907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0" y="2295144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今の体の状態を知る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515600" y="2148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60604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48272" y="25511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いま体に起きていること（秋バテ）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0" y="25511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27648" y="3008376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48272" y="2953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— 一日と夜を決める時間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515600" y="29535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27648" y="3410712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48272" y="33558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 — 食事の見方と注意すること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515600" y="33558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27648" y="3813048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48272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 — 入浴と睡眠で整える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515600" y="37581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13分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327648" y="4215384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4160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胃腸を整える食べ方と食材の選び方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0" y="41605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12分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27648" y="461772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48272" y="4562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2学期に向けた準備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515600" y="45628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27648" y="5020056"/>
            <a:ext cx="274320" cy="2743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7648" y="5020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48272" y="49651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わが家のスタート作戦（ワーク）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0515600" y="49651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0" y="5513832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48272" y="5367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おしらせ ／ 質疑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0515600" y="5367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4分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436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97280" y="5943600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前回（第1回）のおさらい＆報告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12種類の食材と2種類のたんぱく質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むずかしく考えず、地味に栄養をプラスする。これが前回のいちばんの話でした。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食事は「足し算」で考える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減らす・やめさせるより、1品足すほうが早くて続きます。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完璧な食事より、続く食事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週の半分できていれば十分。ゼロか100かにしない。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「一日の時間割」に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落とし込みます。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→ 昼 → 夜 の順に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見ていきます。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今の「あなた」と「お子さん」の体は、どんな状態でしょうか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大人（あなた）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7552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朝から体が重い、起きるのがつらい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冷房で手足が冷える／肩がこる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冷たいもの・甘いものが増えた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87552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寝ても疲れが抜けない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8192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9168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29400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29400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意外と気づいていないのが、自分の体。まず「今」を知るところから始めます。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夏バテだけじゃない…「秋バテ」だってあります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夏に起こる体のさまざまな不調は「夏バテ」と言われています。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でも、夏が終わったとしても、夏の疲れが癒えないまま引きずってしまう。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834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それが『秋バテ』です。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6949440" cy="1600200"/>
          </a:xfrm>
          <a:prstGeom prst="roundRect">
            <a:avLst>
              <a:gd name="adj" fmla="val 51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7月・8月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52928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36976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8月後半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6976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疲れが残る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65776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49824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9824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9月・10月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49824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3685032" cy="4096512"/>
          </a:xfrm>
          <a:prstGeom prst="roundRect">
            <a:avLst>
              <a:gd name="adj" fmla="val 2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ここが今日の入口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286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「2学期が始まってから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崩れる」のは、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気持ちの問題では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39776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夏のあいだにたまった疲れが、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出てくるからです。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だから、9月ではなく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「今」から整えます。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秋バテが起こるのは「3大疲れ」が原因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冷房疲れ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室内外の気温差で、体温を調整する力が消耗します。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手足の冷え、肩こり、だるさ、寝つきの悪さとして出ます。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胃腸疲れ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冷たいもの・そうめん中心の食生活の乱れで、胃腸が弱ります。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食欲が出ない、お腹の調子が悪い、栄養が入らない。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汗をかいた分を、うっかり補えていないことが多いです。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頭痛、集中が続かない、朝から元気がない。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3つとも、8月後半の今がいちばんたまっている時期です。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胃腸が弱ると、腸内環境も気分も落ちていきます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8249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53619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264261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249631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腸内環境が悪くなる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4128" y="330098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60273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02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345643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食べても、うまく吸収できない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26110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562856"/>
            <a:ext cx="512064" cy="512064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72768" y="441655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気分まで落ちて、悪循環に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03720" y="1536192"/>
            <a:ext cx="4645152" cy="3886200"/>
          </a:xfrm>
          <a:prstGeom prst="roundRect">
            <a:avLst>
              <a:gd name="adj" fmla="val 211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逆に、腸内環境が整うと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69480" y="2377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免疫力が上がる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便通がよくなる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ストレスがやわらぐ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疲れにくくなる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4348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腸と脳はおたがいに情報を送りあっていて、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気分とのつながりが注目されている分野です。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腸内環境と気分の関係は研究が進んでいる分野です。ここでは「つながりがある」という視点としてお話ししています。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「疲労」は、体だけの問題なのでしょうか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疲労感を出しているのは、じつは「脳」です。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元気なとき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昼は交感神経、夜は副交感神経。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一日のなかで、しっかり切り替わっています。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 → 休息 のリズムができている状態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47688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67728" y="29718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971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なんとなく不調のとき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3448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交感神経が優位な状態が、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長く続いている可能性があります。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344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休息に切り替われず、疲れが抜けない状態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だからこそ、睡眠の質を意識した「一日の過ごし方」がポイントになります。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だから「直前に一気に戻す」はうまくいきません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0872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0872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眠気は起きた時刻と光で決まる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9056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寝ろ・起きろ・食べろが一度に来る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0911535" cy="2148840"/>
          </a:xfrm>
          <a:prstGeom prst="roundRect">
            <a:avLst>
              <a:gd name="adj" fmla="val 383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5204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動かすのは「夜」ではなく、「朝」だけ。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1887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朝、起こす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978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124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夜が早まる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88720" y="493776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目覚めてからの行動が、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その日と夜を決める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起きる時間の決め方と、15分ずつの前倒し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朝食におすすめの食材（トリプトファン × ビタミンB6）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セロトニンが分泌されて交感神経が優位に切り替わり、活動スイッチが入ります。カーテンを開けるだけでOK。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朝ごはんを食べる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食べると内臓の時計が動きはじめます。トリプトファンとビタミンB6を含む食品がおすすめです。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朝ごはんの「最低ライン」3レベル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5C6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麦茶・牛乳・スープ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バナナ／ヨーグルト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一口サイズのおにぎり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41832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「朝は食べられない」子は、ここからで十分です。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0016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0016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炭水化物＋たんぱく質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64024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おにぎり＋ゆで卵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パン＋チーズ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ごはん＋納豆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0016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ここまで来ると、午前中の集中がもちます。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0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58200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＋汁物か果物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522208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みそ汁・具だくさんスープ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果物を1品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野菜をひとつまみ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水分とミネラルも一緒に。毎日でなくて大丈夫。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3035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30352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目指すのは LEVEL 2。毎日 LEVEL 3 でなくて大丈夫です。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 — トリプトファン × ビタミンB6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セロトニンの材料が「トリプトファン」、その働きを助けるのが「ビタミンB6」です。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トリプトファンが多い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豆腐・納豆・味噌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ピーナッツ・アーモンド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4296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ビタミンB6が多い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90872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鶏肉・豚肉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かつお・まぐろなどの青魚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にんにく・生姜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両方ふくむ食品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49056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豆腐・豆乳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68112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5468112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むずかしく考えず「バナナ＋牛乳」「ごはん＋納豆」。これで両方そろいます。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朝ごはんに1品足す — のせるだけ・かけるだけ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ごはんに のせる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卵（生卵・温泉卵）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しらす・ちりめんじゃこ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鮭フレーク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韓国のり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パンに のせる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スライスチーズ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ハム・ツナ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ピーナッツバター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ヨーグルトを添える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汁物に 入れる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冷凍のカット野菜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卵を落とす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切る・炒めるは要りません。のせる、かける、落とすだけ。1品足すのに30秒あれば十分です。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を食事から見る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昼に注意したいこと（カフェインと糖質）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0円でできる、3つの習慣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 — カフェインと糖質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カフェイン摂取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夕方以降に飲むと、覚醒作用が夜まで続いてしまいます。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05840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15時以降は飲まないようにする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子どもも同じです。エナジードリンク、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コーヒー、濃い緑茶、コーラにも入っています。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夏休みは自由に飲めてしまうので、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2学期前に「時間の約束」を決め直しておく。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4768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13448" y="1783080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1344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53528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糖質の過多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013448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血糖値の乱高下により、心と体の両方に不調が出ます。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013448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BD4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13448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「単品で食べない」だけで変わる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13448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ジュース、菓子パン、アイス、そうめん。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夏休みは単品で済ませる場面が増えます。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やめさせるのではなく、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たんぱく質を1つ添える・時間を決める。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禁止するほど反発が強くなります。「量」ではなく「時間」と「組み合わせ」で調整するのがコツです。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夏ごはんあるある × ちょい足し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よくある夏ごはん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起きやすいこと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ちょい足し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そうめん・うどんだけ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たんぱく質が足りず、だるい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ゆで卵・ツナ・豚しゃぶ・納豆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菓子パン・ジュースの朝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血糖の波でイライラ・眠い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牛乳・ヨーグルト・チーズ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冷たいものばかり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胃腸が疲れて食欲が落ちる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温かい汁物を1品だけ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アイス・お菓子が主食化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夕食が入らなくなる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時間を決める（食後・15時まで）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麦茶だけで過ごす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ミネラル不足で頭痛・だるさ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みそ汁・スープ・果物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献立を変えなくて大丈夫。いつものメニューに「1つ足す」だけで十分です。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取り入れたほうがいいこと — 0円でできる3つ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食べることに集中する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テレビやスマホを見ながらの「ながら食べ」をやめてみる。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食べた実感が出て、満足感も、消化も変わります。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深呼吸する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ゆっくり吐くと、副交感神経に切り替わります。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食事の前にひと呼吸。イライラしたときにも。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作り笑いでも効果があると言われています。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親が笑っている食卓は、それだけで子どもの体をゆるめます。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937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1937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どれもお金も時間もかかりません。今日の夕食から1つだけ試してみてください。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飲みもので栄養を入れる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牛乳、豆乳、飲むヨーグルト、具だくさんのスープ。噛まずに済むものなら、食べられない朝でも入ります。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自律神経を整えるために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『入浴』と『睡眠』は押さえたい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入浴は38〜39度で、就寝の90分前まで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必要な睡眠時間は、大人と子どもで違います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 — ぬるめのお湯で、じっくり温まる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94360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お湯の温度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38〜39度くらいの、ややぬるめ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60120" y="2715768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157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 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10〜15分ほど。複数回に分けて出入りすると、血流が改善されやすくなります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648456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4845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タイミング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6027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就寝の90分前までに湯船から出る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81144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8114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シャワーの日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45354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湯船に入れない日は、いつもより少し早めに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81328"/>
            <a:ext cx="4645152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なぜ90分前なのか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233172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331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お風呂で体温が上がる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06840" y="295351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320040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004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上がった体温が下がりはじめる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06840" y="38221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406908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40690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下がるタイミングで眠くなる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23760" y="4892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熱すぎるお湯は、逆に交感神経を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刺激して目が冴えてしまいます。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21時に寝かせたいなら、19時半にはお風呂から出ている計算になります。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 — 必要な時間は、大人と子どもで違います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9〜11時間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98264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中学生・高校生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72584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8〜10時間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56448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 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30768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6〜7時間半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5943600" cy="2331720"/>
          </a:xfrm>
          <a:prstGeom prst="roundRect">
            <a:avLst>
              <a:gd name="adj" fmla="val 3529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3649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時間の確保とあわせて、この3つ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起床直後に、しっかり光を浴びる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寝る前1時間は、スマホ・PC・ゲームを控える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好きな音楽やアロマでリラックスする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27248"/>
            <a:ext cx="4645152" cy="233172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3364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6:45に起きるなら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23760" y="37947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379476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20:45 〜 21:45 就寝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3616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436168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21:45 〜 22:45 就寝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逆算すると、夕食とお風呂の時間も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自然と決まってきます。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子どもの睡眠時間は目安です。朝すっきり起きられているかを、いちばんの基準にしてください。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もう夜ふかしになっている場合の戻し方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55648"/>
            <a:ext cx="457200" cy="45720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起きる時間を、先に15分早める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昼寝は15時まで・20〜30分だけ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夕方に体を動かす（散歩でOK）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朝は明るく、夜は暗く、を分ける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47688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13448" y="1755648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34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07808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やりがちなNG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消灯だけ早くする（眠れず不安になる）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13448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昼寝を夕方までさせる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13448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夕方以降のカフェイン・エナジードリンク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13448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寝坊した日だけ叱る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21808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眠くなる時間は、前の晩ではなく「その日の朝」に決まっています。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食事面からもアプローチ — “胃腸整え隊”の5人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 湯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990088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05856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5856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02936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02936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体内リズムが整う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8624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15784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5784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重いものを避ける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91472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31552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28632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628632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血糖の波を小さく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97280" y="5074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胃腸の働きも、自律神経がコントロールしています。整えると、食べたものがちゃんと栄養になります。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 ／ よく噛む ／ 決まった時間に食べる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内臓を直接あたためられる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体が温まり、血流がよくなる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肩こりがラクになる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4296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4296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よく噛んで楽しく食べる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72584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脳が活性化する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虫歯予防・食べすぎ防止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6448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決まった時間に食べる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30768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体内のリズムが整う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胃腸の調子が整いやすくなる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空腹と満腹がはっきりする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2120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まずは1つ。朝の白湯か、夕食を同じ時間にするか、どちらかから。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消化時間に注目 ／ 砂糖を控える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67512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消化にかかる時間の目安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19456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9572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9572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約1〜2時間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すぐおなかがすく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おかゆ・りんご・半熟卵・少量のごはん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344728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4728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約2〜3時間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33375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6850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牛乳・豆腐・煮魚・刺身・うどん・もち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9768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449884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9884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約3〜4時間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68880" y="4389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はらもちがいい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やきいも・アイスクリーム・脂の多い魚や肉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481328"/>
            <a:ext cx="3913632" cy="3977640"/>
          </a:xfrm>
          <a:prstGeom prst="roundRect">
            <a:avLst>
              <a:gd name="adj" fmla="val 210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0" y="1755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0100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消化の負担が増える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血糖値が急に上がって下がる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腸内環境が乱れる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そのぶん栄養が不足する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55280" y="4315968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3159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胃腸だけでなく、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全身に影響します。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夜おそくなった日は「約1〜2時間」のものを選ぶと、翌朝の食欲が残ります。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旬の食材を食べる — これからの季節におすすめ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36776"/>
            <a:ext cx="438912" cy="43891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36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536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栄養価が高い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414016"/>
            <a:ext cx="438912" cy="438912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14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81328" y="2313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美味しさが増す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191256"/>
            <a:ext cx="438912" cy="43891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91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30906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価格が安くなる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68496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67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その季節に必要な栄養素が摂れる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06440" y="1536192"/>
            <a:ext cx="5742432" cy="3035808"/>
          </a:xfrm>
          <a:prstGeom prst="roundRect">
            <a:avLst>
              <a:gd name="adj" fmla="val 27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これからが旬の食材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26480" y="2286000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86600" y="2286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秋刀魚・鮭・いわし・さば・かつお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0" y="2724912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72491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2724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かぼちゃ・れんこん・青梗菜・人参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3163824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16382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8660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生椎茸・舞茸・しめじ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26480" y="3602736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6027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86600" y="36027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さつま芋・長芋・里芋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26480" y="4041648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404164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08660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梨・柿・栗・いちじく・ぶどう・りんご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484632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秋野菜には、夏の疲労を回復して体を温める働きがあります。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528523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とくに根菜は夏野菜より水分が少なく、加熱すると甘みが増します。冷たいものを摂りすぎて弱った胃腸の回復や、便秘の解消にも。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これから起こりやすい症状 × おすすめの食材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風邪から守る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さつまいも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52444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71900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花粉症・喘息に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26764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6764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れんこん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26764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6764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6764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6764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ぎんなん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64808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84264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夏の疲れを癒やす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739128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39128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39128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里芋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39128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77172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96628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96628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乾燥からお肌を守る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651492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51492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51492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1492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柿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51492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1492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カリフラワー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ビタミンC・B1・B2・K、そして食物繊維。秋の食材にまとめて入っています。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買っておくだけ — 助かる「常備リスト」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冷蔵庫に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冷凍庫に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カットほうれん草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冷凍ブロッコリー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冷凍うどん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72584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ミックスベジタブル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常温で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ツナ缶・さば缶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のり・ふりかけ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即席みそ汁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8430768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40496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前回の「12種類の食材と2種類のたんぱく質」は、これを買っておくことから始まります。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全部そろえなくて大丈夫。冷蔵庫の1段を「足すもの置き場」にするだけで、朝の手が動きます。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「行きたくない」と言われたときのために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65506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5506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27632" y="157276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理由を問い詰めない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193852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言葉にできないことのほうが多いです。「そっか」と、いったん受けとめるだけで十分。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66090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6090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27632" y="257860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体の痛みは、本物として扱う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294436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頭痛や腹痛は「ウソ」ではありません。まず体調として受けとめてください。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49300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66674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66674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27632" y="358444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ハードルを段階に分ける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395020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「行く／行かない」ではなく、起きる → 着替える → 玄関まで → 校門まで、と分けます。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49884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688" y="467258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67258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27632" y="459028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早めに相談する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627632" y="495604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担任、養護教諭、スクールカウンセラー、かかりつけ医。抱え込まないでください。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006840" y="1481328"/>
            <a:ext cx="2542032" cy="4023360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81160" y="18288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先に不安に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ならない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281160" y="320040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子どもは、親の表情を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よく見ています。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「なんとかなる」と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思っている大人が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そばにいることが、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いちばんの準備です。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ワーク：わが家の「2学期スタート作戦」を3つ決める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いきなりギアチェンジをしないでください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8562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季節の変わり目は、体に大きな負担がかかります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176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夏から秋へ切り替わるこの時期は、大人も子どもも消耗しています。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3273552"/>
            <a:ext cx="566928" cy="566928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273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今年も夏の暑さが厳しかったことが、これからの不調につながります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今の疲れは、9月・10月になってから体と心に出てきます。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690872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720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体に合わせて、ゆっくりと秋へシフトしてください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501091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一気に戻すのではなく、今日から少しずつ。それがいちばんの近道です。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536192"/>
            <a:ext cx="2542032" cy="4224528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8116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急がなくて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大丈夫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281160" y="310896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明日の朝から。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1つできれば、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それで十分です。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ご家族のペースで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進めてください。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最後におしらせ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次回のご案内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日時・テーマ・お申し込み方法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04104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個別のご相談について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18304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9744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受付方法・料金・お問い合わせ先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76488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76488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476488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928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SNS・ブログなど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02920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ここは当日の告知内容にあわせて書き換えてお使いください。</a:t>
            </a:r>
            <a:endParaRPr lang="en-US" sz="15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髙落まどか</dc:creator>
  <cp:lastModifiedBy>髙落まどか</cp:lastModifiedBy>
  <cp:revision>1</cp:revision>
  <dcterms:created xsi:type="dcterms:W3CDTF">2026-08-13T08:29:42Z</dcterms:created>
  <dcterms:modified xsi:type="dcterms:W3CDTF">2026-08-13T08:29:42Z</dcterms:modified>
</cp:coreProperties>
</file>